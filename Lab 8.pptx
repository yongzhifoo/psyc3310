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16"/>
  </p:notesMasterIdLst>
  <p:sldIdLst>
    <p:sldId id="285" r:id="rId2"/>
    <p:sldId id="286" r:id="rId3"/>
    <p:sldId id="257" r:id="rId4"/>
    <p:sldId id="307" r:id="rId5"/>
    <p:sldId id="289" r:id="rId6"/>
    <p:sldId id="290" r:id="rId7"/>
    <p:sldId id="308" r:id="rId8"/>
    <p:sldId id="303" r:id="rId9"/>
    <p:sldId id="305" r:id="rId10"/>
    <p:sldId id="304" r:id="rId11"/>
    <p:sldId id="309" r:id="rId12"/>
    <p:sldId id="287" r:id="rId13"/>
    <p:sldId id="310" r:id="rId14"/>
    <p:sldId id="30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FF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88"/>
    <p:restoredTop sz="99497" autoAdjust="0"/>
  </p:normalViewPr>
  <p:slideViewPr>
    <p:cSldViewPr snapToGrid="0" snapToObjects="1">
      <p:cViewPr>
        <p:scale>
          <a:sx n="99" d="100"/>
          <a:sy n="99" d="100"/>
        </p:scale>
        <p:origin x="-616" y="-5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425AE-AD16-5942-84CD-3179FB7C9CF5}" type="datetimeFigureOut">
              <a:rPr lang="en-US" smtClean="0"/>
              <a:t>12/10/17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815CFF-B998-1A4F-8D57-043D3583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12/10/17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12/10/17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12/10/17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12/10/17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12/10/17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12/10/17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12/10/17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12/10/17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12/10/17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12/10/17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12/10/17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750A6-B02F-594D-B093-53C8AEB54CA1}" type="datetimeFigureOut">
              <a:rPr lang="en-US" smtClean="0"/>
              <a:t>12/10/17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83915" cy="28617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4368800"/>
            <a:ext cx="4457700" cy="248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21465" y="2472267"/>
            <a:ext cx="7357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smtClean="0">
                <a:solidFill>
                  <a:schemeClr val="bg2">
                    <a:lumMod val="50000"/>
                  </a:schemeClr>
                </a:solidFill>
                <a:latin typeface="Arial Narrow" charset="0"/>
                <a:ea typeface="Arial Narrow" charset="0"/>
                <a:cs typeface="Arial Narrow" charset="0"/>
              </a:rPr>
              <a:t>EMOTION SCIENCE</a:t>
            </a:r>
            <a:endParaRPr lang="en-US" sz="7200" b="1" dirty="0">
              <a:solidFill>
                <a:schemeClr val="bg2">
                  <a:lumMod val="50000"/>
                </a:schemeClr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3557937"/>
            <a:ext cx="12192000" cy="23463"/>
          </a:xfrm>
          <a:prstGeom prst="line">
            <a:avLst/>
          </a:prstGeom>
          <a:ln w="47625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46185" y="3672596"/>
            <a:ext cx="1699632" cy="87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  <a:latin typeface="Zapfino" charset="0"/>
                <a:ea typeface="Zapfino" charset="0"/>
                <a:cs typeface="Zapfino" charset="0"/>
              </a:rPr>
              <a:t>Psyc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Zapfino" charset="0"/>
                <a:ea typeface="Zapfino" charset="0"/>
                <a:cs typeface="Zapfino" charset="0"/>
              </a:rPr>
              <a:t> 3310</a:t>
            </a:r>
            <a:endParaRPr lang="en-US" dirty="0">
              <a:solidFill>
                <a:schemeClr val="bg2">
                  <a:lumMod val="50000"/>
                </a:schemeClr>
              </a:solidFill>
              <a:latin typeface="Zapfino" charset="0"/>
              <a:ea typeface="Zapfino" charset="0"/>
              <a:cs typeface="Zapfin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40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4635" y="4640254"/>
            <a:ext cx="8915400" cy="1726106"/>
          </a:xfrm>
        </p:spPr>
        <p:txBody>
          <a:bodyPr>
            <a:noAutofit/>
          </a:bodyPr>
          <a:lstStyle/>
          <a:p>
            <a:pPr algn="l"/>
            <a:r>
              <a:rPr lang="en-US" sz="5400" b="1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t/>
            </a:r>
            <a:br>
              <a:rPr lang="en-US" sz="5400" b="1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Lab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8</a:t>
            </a:r>
            <a:b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</a:b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Data analysis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89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Note for your method sections		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	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You don’t need to describe all of the tasks, just the relevant ones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But do mention that your tasks were part of a larger battery of tests.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21424" y="4517136"/>
            <a:ext cx="3895344" cy="594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72768" y="4796028"/>
            <a:ext cx="5404104" cy="2971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3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4635" y="4640254"/>
            <a:ext cx="8915400" cy="1726106"/>
          </a:xfrm>
        </p:spPr>
        <p:txBody>
          <a:bodyPr>
            <a:noAutofit/>
          </a:bodyPr>
          <a:lstStyle/>
          <a:p>
            <a:pPr algn="l"/>
            <a:r>
              <a:rPr lang="en-US" sz="5400" b="1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t/>
            </a:r>
            <a:br>
              <a:rPr lang="en-US" sz="5400" b="1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General steps for data analysis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587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Checking and exploring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data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Might want to check for participants who did not follow testing instructions – Button bashing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?</a:t>
            </a:r>
            <a:endParaRPr lang="en-US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Check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normality of distributions and look for outliers</a:t>
            </a: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Again, make notes about decisions – transforming a variable? Removing/truncating an outlier?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Looking at distribution:</a:t>
            </a:r>
          </a:p>
          <a:p>
            <a:pPr lvl="1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Good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range, with no evidence of ceiling/floor effects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?</a:t>
            </a:r>
          </a:p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Use histograms and scatterplots to visually inspect data </a:t>
            </a: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Check reliability if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necessary</a:t>
            </a: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Might want to check for potential confounds/covariates</a:t>
            </a:r>
          </a:p>
        </p:txBody>
      </p:sp>
    </p:spTree>
    <p:extLst>
      <p:ext uri="{BB962C8B-B14F-4D97-AF65-F5344CB8AC3E}">
        <p14:creationId xmlns:p14="http://schemas.microsoft.com/office/powerpoint/2010/main" val="105161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Examine the trends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endParaRPr lang="en-AU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endParaRPr lang="en-AU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Compute the means and SDs – Is there a difference between groups?</a:t>
            </a:r>
          </a:p>
          <a:p>
            <a:pPr lvl="1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Alternatively, you can create a boxplot or bar graph</a:t>
            </a: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Plot a regression line for your scatterplot – Is there a relationship between your variables?</a:t>
            </a:r>
          </a:p>
          <a:p>
            <a:pPr lvl="1"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339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Test whether your trends are significant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endParaRPr lang="en-AU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endParaRPr lang="en-AU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Compare means</a:t>
            </a:r>
          </a:p>
          <a:p>
            <a:pPr lvl="1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T-test</a:t>
            </a:r>
          </a:p>
          <a:p>
            <a:pPr lvl="1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ANOVA</a:t>
            </a: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Correlation or Regression</a:t>
            </a: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Note: Might need to check your assumptions (</a:t>
            </a:r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Sphericity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?)</a:t>
            </a: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88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Follow-up analyses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Multiple regression (which of these two things is a better predictor?)</a:t>
            </a:r>
          </a:p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Partial correlation (correlation controlling for age, gender, another predictor)</a:t>
            </a:r>
          </a:p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Only if it makes sense for your question!</a:t>
            </a:r>
          </a:p>
        </p:txBody>
      </p:sp>
    </p:spTree>
    <p:extLst>
      <p:ext uri="{BB962C8B-B14F-4D97-AF65-F5344CB8AC3E}">
        <p14:creationId xmlns:p14="http://schemas.microsoft.com/office/powerpoint/2010/main" val="33573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General analysis tips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Write everything down!</a:t>
            </a:r>
          </a:p>
          <a:p>
            <a:pPr lvl="1"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Decisions</a:t>
            </a:r>
          </a:p>
          <a:p>
            <a:pPr lvl="1"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Analyses</a:t>
            </a:r>
          </a:p>
          <a:p>
            <a:pPr lvl="1"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Results</a:t>
            </a:r>
          </a:p>
          <a:p>
            <a:pPr lvl="1"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Graphs </a:t>
            </a:r>
          </a:p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Save syntax if you know how (worth learning)</a:t>
            </a:r>
          </a:p>
          <a:p>
            <a:pPr>
              <a:buFont typeface="Arial" charset="0"/>
              <a:buChar char="•"/>
            </a:pPr>
            <a:endParaRPr lang="en-AU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endParaRPr lang="en-AU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34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Help with Analyses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Gilles </a:t>
            </a:r>
            <a:r>
              <a:rPr lang="en-AU" dirty="0" err="1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Gignac’s</a:t>
            </a: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videos:</a:t>
            </a:r>
          </a:p>
          <a:p>
            <a:pPr lvl="1"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http://www.how2stats.net/p/</a:t>
            </a:r>
            <a:r>
              <a:rPr lang="en-AU" dirty="0" err="1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home.html</a:t>
            </a:r>
            <a:endParaRPr lang="en-AU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Step-by-step instructions on how to run correlations &amp; </a:t>
            </a:r>
            <a:r>
              <a:rPr lang="en-AU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ANOVAs </a:t>
            </a: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in SPSS</a:t>
            </a:r>
          </a:p>
          <a:p>
            <a:pPr lvl="1"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Pearson Correlation</a:t>
            </a:r>
          </a:p>
          <a:p>
            <a:pPr lvl="1"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Partial Correlation</a:t>
            </a:r>
          </a:p>
          <a:p>
            <a:pPr lvl="1">
              <a:buFont typeface="Arial" charset="0"/>
              <a:buChar char="•"/>
            </a:pPr>
            <a:r>
              <a:rPr lang="en-AU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Within-subject, Between-subjects, Mixed ANOVAs</a:t>
            </a:r>
            <a:endParaRPr lang="en-AU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72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4635" y="4640254"/>
            <a:ext cx="8915400" cy="1726106"/>
          </a:xfrm>
        </p:spPr>
        <p:txBody>
          <a:bodyPr>
            <a:noAutofit/>
          </a:bodyPr>
          <a:lstStyle/>
          <a:p>
            <a:pPr algn="l"/>
            <a:r>
              <a:rPr lang="en-US" sz="5400" b="1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t/>
            </a:r>
            <a:br>
              <a:rPr lang="en-US" sz="5400" b="1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Your data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521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Data Files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There are 3 SPSS files: 2 containing for the neutral faces and 1 for the emotional expression faces</a:t>
            </a: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If you go into the variable name section in SPSS. You will find a section where you can enter the description for the variables.</a:t>
            </a:r>
          </a:p>
        </p:txBody>
      </p:sp>
    </p:spTree>
    <p:extLst>
      <p:ext uri="{BB962C8B-B14F-4D97-AF65-F5344CB8AC3E}">
        <p14:creationId xmlns:p14="http://schemas.microsoft.com/office/powerpoint/2010/main" val="210320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General information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Total 101 participants tested (Great job!)</a:t>
            </a: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Participants with missing data were excluded (Final N = 90)</a:t>
            </a:r>
          </a:p>
          <a:p>
            <a:pPr lvl="1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All have stayed in a Caucasian-majority country for &gt;5 years</a:t>
            </a:r>
            <a:endParaRPr lang="en-US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19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Next Week	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Practise presentations</a:t>
            </a:r>
          </a:p>
          <a:p>
            <a:pPr lvl="1"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As close to the final presentation as possible</a:t>
            </a:r>
          </a:p>
          <a:p>
            <a:pPr lvl="2"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15 minutes + 5 mins for questions</a:t>
            </a:r>
          </a:p>
          <a:p>
            <a:pPr lvl="2"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Have you signed up yet?</a:t>
            </a:r>
          </a:p>
          <a:p>
            <a:pPr lvl="1"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Not marked, but feedback from the group</a:t>
            </a:r>
          </a:p>
          <a:p>
            <a:pPr>
              <a:buFont typeface="Arial" charset="0"/>
              <a:buChar char="•"/>
            </a:pPr>
            <a:endParaRPr lang="en-AU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endParaRPr lang="en-AU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12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1422</TotalTime>
  <Words>411</Words>
  <Application>Microsoft Macintosh PowerPoint</Application>
  <PresentationFormat>Custom</PresentationFormat>
  <Paragraphs>58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 Lab 8 Data analysis</vt:lpstr>
      <vt:lpstr>Note for your method sections   </vt:lpstr>
      <vt:lpstr> General steps for data analysis</vt:lpstr>
      <vt:lpstr>Checking and exploring data</vt:lpstr>
      <vt:lpstr>Examine the trends</vt:lpstr>
      <vt:lpstr>Test whether your trends are significant</vt:lpstr>
      <vt:lpstr>Follow-up analyses</vt:lpstr>
      <vt:lpstr>General analysis tips</vt:lpstr>
      <vt:lpstr>Help with Analyses</vt:lpstr>
      <vt:lpstr> Your data</vt:lpstr>
      <vt:lpstr>Data Files</vt:lpstr>
      <vt:lpstr>General information</vt:lpstr>
      <vt:lpstr>Next Week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PSYC3310</dc:title>
  <dc:creator>Nichola Burton</dc:creator>
  <cp:lastModifiedBy>Foo Yong Zhi</cp:lastModifiedBy>
  <cp:revision>127</cp:revision>
  <dcterms:created xsi:type="dcterms:W3CDTF">2016-08-05T09:11:16Z</dcterms:created>
  <dcterms:modified xsi:type="dcterms:W3CDTF">2017-10-12T16:18:30Z</dcterms:modified>
</cp:coreProperties>
</file>